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us Jakarta Sans ExtraBold" panose="020B0604020202020204" charset="-94"/>
      <p:bold r:id="rId12"/>
      <p:boldItalic r:id="rId13"/>
    </p:embeddedFon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Plus Jakarta Sans" panose="020B0604020202020204" charset="-94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" y="2195512"/>
            <a:ext cx="31813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6750" y="2243435"/>
            <a:ext cx="12954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476750" y="2662535"/>
            <a:ext cx="750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BİLAL </a:t>
            </a:r>
            <a:r>
              <a:rPr lang="en-US" sz="3600" b="1" dirty="0" smtClean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ARTUK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6750" y="3386435"/>
            <a:ext cx="75009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Tasarımı &amp; Yapay Zeka Entegrasyonu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476750" y="3891260"/>
            <a:ext cx="71437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Merhaba! Endüstriyel alanlarda iş güvenliğini bir üst seviyeye taşımak amacıyla geliştirilen bu "Edge AI Atölye Güvenlik Sistemi" projesinin mimarisini ve liderliğini üstleniyorum.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476750" y="4552057"/>
            <a:ext cx="71437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Amacım, teknoloji ve insan hayatını güvence altına alan sistemleri birleştirerek atölyelerde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"Sıfır İş Kazası"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hedefine ulaşmak. Bu vizyon doğrultusunda, kamera tabanlı yapay zeka ve fiziksel donanım kontrolünü aynı ağda birleştiren hibrit bir çözüm geliştirdik.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Proje Yöneticisi &amp; Baş Geliştirici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571500" y="476250"/>
            <a:ext cx="57150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5619750" y="2636639"/>
            <a:ext cx="9525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250519" y="2979539"/>
            <a:ext cx="769096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Akıllı Atölye Güvenlik Sistemi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286000" y="3836789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Yapay Zeka (Edge AI) Destekli Kişisel Koruyucu Donanım Denetimi ve Otonom Güç Kesme Mimarisi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1681460"/>
            <a:ext cx="55506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Geleneksel Yöntemlerin Yetersizliği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157710"/>
            <a:ext cx="52863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Atölye ve üretim tesislerinde karşılaşılan en büyük risklerden biri, çalışanların veya öğrencilerin Kişisel Koruyucu Donanım (KKD) kural ihlalleridir.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811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04875" y="312509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İnsan Hatası: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Sürekli manuel denetim yapmak imkansızdır ve dikkat dağınıklığı kazalara yol açar.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04875" y="3864173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Geç Müdahale: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Kural ihlali fark edildiğinde makineyi durdurmak için geçen süre genellikle kazayı önlemeye yetmez.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4877544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Artan Risk Faktörü: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Yoğun makine kullanımı olan alanlarda baret veya koruyucu gözlük eksikliği ölümcül sonuçlar doğurabilir.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58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9751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1088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Mevcut Durum ve Analiz Edilen Problem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476250"/>
            <a:ext cx="57150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42950" y="571500"/>
            <a:ext cx="537067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Çözümümüz: Otonom Müdahale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57150" cy="8572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2289869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Edge AI ile Saniyelik Önlemler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813744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Geliştirdiğimiz sistem, kameralardan gelen görüntüleri buluta göndermeden, yerel ağdaki Edge cihaz (NPU/GPU) üzerinde anlık olarak analiz eder.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3779490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YOLOv8 tabanlı özel eğitimli modelimiz, tehlikeli bölgede çalışan kişinin baret veya gözlük takıp takmadığını saniyede 30 kare (FPS) hızında tespit eder.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474523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Bir ihlal tespit edildiği an, sistem röle kartlarına doğrudan sinyal göndererek ilgili makinenin enerjisini otonom olarak keser ve kazayı başlamadan bitirir.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5797"/>
            <a:ext cx="3492549" cy="338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95797"/>
            <a:ext cx="3492549" cy="338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95797"/>
            <a:ext cx="3492549" cy="338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4325" y="248632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087546" y="3391197"/>
            <a:ext cx="246030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Gerçek Zamanlı Karar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66775" y="3791247"/>
            <a:ext cx="2901999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Milisaniyeler içinde görüntü işleme ve röle tetikleme kapasitesi. İnsan gözünün kaçırabileceği ihlalleri sıfır gecikmeyle tespit ederek enerjiyi anında keser.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248632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4805838" y="3391197"/>
            <a:ext cx="25803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 KVKK Uyumluluğu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45074" y="3791247"/>
            <a:ext cx="2901999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 yüz tanıma yapmaz, sadece donanım tanır (Baret/Gözlük). Video verileri hiçbir sunucuya aktarılmaz, cihaz üzerinde RAM'de anlık işlenip silinir.</a:t>
            </a:r>
            <a:endParaRPr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0924" y="248632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579137" y="3391197"/>
            <a:ext cx="259032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 Çalışma (Edge)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23374" y="3791247"/>
            <a:ext cx="2901999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İnternet bağlantısına ihtiyaç duymaz. Tamamen kapalı yerel ağ üzerinde (Edge Computing) çalıştığı için siber saldırılara karşı %100 güvenlidir.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03400" y="266729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3600" y="266729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83799" y="266729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Sistemin Temel Özellikleri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476250"/>
            <a:ext cx="57150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90625"/>
            <a:ext cx="1104900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809750" y="5027414"/>
            <a:ext cx="857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Geliştirdiğimiz "Edge AI Otonom Sistem", geleneksel yöntemlere kıyasla tehlikeyi algılama ve enerjiyi kesme başarı oranında %98'lik bir doğruluk ve hız sunarak kaza riskini minimuma indirmektedir.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Müdahale Hızı ve Başarı Kıyaslaması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476250"/>
            <a:ext cx="57150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14812"/>
            <a:ext cx="2430660" cy="133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1999654"/>
            <a:ext cx="2430660" cy="1548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4214812"/>
            <a:ext cx="2430660" cy="1767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1999654"/>
            <a:ext cx="2430660" cy="15484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20759" y="4414837"/>
            <a:ext cx="21321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Faz 1: Veri ve Tasarım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71525" y="4710112"/>
            <a:ext cx="203061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Sektörel ihtiyaç analizi, donanım mimarisinin çizilmesi ve KKD veri setinin toplanıp etiketlenmesi.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3593440" y="2199679"/>
            <a:ext cx="21321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Faz 2: Model Eğitimi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3644205" y="2494954"/>
            <a:ext cx="203061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YOLO modelinin eğitilmesi, yerel cihaz (Edge) için optimize edilmesi (TensorRT) ve performans testleri.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466120" y="4414837"/>
            <a:ext cx="213214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Faz 3: Donanım Entegrasyonu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516885" y="4929187"/>
            <a:ext cx="203061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Kamera, Edge bilgisayar ve röle kartlarının panoya bağlanarak fiziksel güç kesme testlerinin yapılması.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338801" y="2199679"/>
            <a:ext cx="21321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Faz 4: Saha Kurulumu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389566" y="2494954"/>
            <a:ext cx="203061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Atölye ortamında canlı testlerin yapılması, jüri sunumu ve sistemin kalıcı olarak devreye alınması.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Proje Geliştirme Yol Haritası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476250"/>
            <a:ext cx="57150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1672530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545210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417891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10290571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2365533" y="476250"/>
            <a:ext cx="7460932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İlginiz İçin Teşekkürler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2543175" y="1533525"/>
            <a:ext cx="7105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Soru, öneri ve teknik detaylar için iletişime geçebilirsiniz.</a:t>
            </a:r>
            <a:endParaRPr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49859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987625" y="2256425"/>
            <a:ext cx="4076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bilalartuk@gmail.com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/>
          <p:nvPr/>
        </p:nvSpPr>
        <p:spPr>
          <a:xfrm>
            <a:off x="904875" y="2613719"/>
            <a:ext cx="103822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904875" y="3398490"/>
            <a:ext cx="103822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904875" y="3388965"/>
            <a:ext cx="1038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04875" y="3388965"/>
            <a:ext cx="1038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904875" y="4173735"/>
            <a:ext cx="1038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904875" y="4173735"/>
            <a:ext cx="10382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27631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2000250" y="2756594"/>
            <a:ext cx="9286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https://png.pngtree.com/background/20250612/original/pngtree-abstract-view-of-professional-interaction-in-conference-room-picture-image_16650774.jpg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2000250" y="3002309"/>
            <a:ext cx="9286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35479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2000250" y="3541365"/>
            <a:ext cx="9286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https://www.kakaindustrial.com/cdn/shop/articles/KakaIndustrialLLC-282912-Workshop-Safety-Rules-Blogbanner1.jpg?v=1712862939&amp;width=1000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2000250" y="3787080"/>
            <a:ext cx="9286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www.kakaindustrial.com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43326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2000250" y="4326135"/>
            <a:ext cx="9286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https://ifactoryapp.com/blog/manage-post-2k26/uploads/ai-vision-ppe-hard-hat-vest-goggles-compliance.png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2000250" y="4571851"/>
            <a:ext cx="9286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ifactoryapp.com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Image Sources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476250"/>
            <a:ext cx="57150" cy="428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Geniş ekran</PresentationFormat>
  <Paragraphs>46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Plus Jakarta Sans ExtraBold</vt:lpstr>
      <vt:lpstr>Arial</vt:lpstr>
      <vt:lpstr>Inter</vt:lpstr>
      <vt:lpstr>Plus Jakarta Sans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Bilal</cp:lastModifiedBy>
  <cp:revision>1</cp:revision>
  <dcterms:modified xsi:type="dcterms:W3CDTF">2026-08-28T23:10:47Z</dcterms:modified>
</cp:coreProperties>
</file>